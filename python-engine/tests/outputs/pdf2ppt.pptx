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1081735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/>
            </a:pPr>
            <a:r>
              <a:t>First Document -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10817352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2000"/>
            </a:pPr>
            <a:r>
              <a:t>First Document - Page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