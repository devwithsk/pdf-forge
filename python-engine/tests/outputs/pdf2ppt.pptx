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772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b="1" sz="2000"/>
            </a:pPr>
            <a:r>
              <a:t>First Document - Page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772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b="1" sz="2000"/>
            </a:pPr>
            <a:r>
              <a:t>First Document - Page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